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6" r:id="rId3"/>
    <p:sldId id="308" r:id="rId4"/>
    <p:sldId id="284" r:id="rId5"/>
    <p:sldId id="307" r:id="rId6"/>
    <p:sldId id="260" r:id="rId7"/>
    <p:sldId id="292" r:id="rId8"/>
    <p:sldId id="310" r:id="rId9"/>
    <p:sldId id="303" r:id="rId10"/>
    <p:sldId id="305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84" y="56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8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64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0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464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564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97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2022/12/18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077190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3495E"/>
                </a:solidFill>
                <a:latin typeface="+mn-ea"/>
              </a:rPr>
              <a:t>MVC</a:t>
            </a:r>
            <a:r>
              <a:rPr lang="zh-CN" altLang="en-US" sz="4800" dirty="0">
                <a:solidFill>
                  <a:srgbClr val="33495E"/>
                </a:solidFill>
                <a:latin typeface="+mn-ea"/>
              </a:rPr>
              <a:t>架构的模型</a:t>
            </a:r>
            <a:r>
              <a:rPr lang="en-US" altLang="zh-CN" sz="4800" dirty="0">
                <a:solidFill>
                  <a:srgbClr val="33495E"/>
                </a:solidFill>
                <a:latin typeface="+mn-ea"/>
              </a:rPr>
              <a:t>M</a:t>
            </a:r>
            <a:r>
              <a:rPr lang="zh-CN" altLang="en-US" sz="4800" dirty="0">
                <a:solidFill>
                  <a:srgbClr val="33495E"/>
                </a:solidFill>
                <a:latin typeface="+mn-ea"/>
              </a:rPr>
              <a:t>的五</a:t>
            </a:r>
            <a:r>
              <a:rPr lang="zh-CN" altLang="en-US" sz="4800" dirty="0" smtClean="0">
                <a:solidFill>
                  <a:srgbClr val="33495E"/>
                </a:solidFill>
                <a:latin typeface="+mn-ea"/>
              </a:rPr>
              <a:t>平台</a:t>
            </a:r>
            <a:endParaRPr lang="en-US" altLang="zh-CN" sz="4800" dirty="0" smtClean="0">
              <a:solidFill>
                <a:srgbClr val="33495E"/>
              </a:solidFill>
              <a:latin typeface="+mn-ea"/>
            </a:endParaRPr>
          </a:p>
          <a:p>
            <a:pPr algn="ctr"/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——【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实践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数据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读写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技术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信息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运用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科学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规律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探究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人文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情感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交流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哲学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智能建构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】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629924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4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68174" y="-11589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050" y="165100"/>
            <a:ext cx="8997950" cy="4819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625649"/>
              </p:ext>
            </p:extLst>
          </p:nvPr>
        </p:nvGraphicFramePr>
        <p:xfrm>
          <a:off x="573232" y="264101"/>
          <a:ext cx="7899400" cy="454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Picture" r:id="rId3" imgW="5771520" imgH="4519800" progId="Word.Picture.8">
                  <p:embed/>
                </p:oleObj>
              </mc:Choice>
              <mc:Fallback>
                <p:oleObj name="Picture" r:id="rId3" imgW="5771520" imgH="451980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32" y="264101"/>
                        <a:ext cx="7899400" cy="4542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5596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1"/>
          <p:cNvSpPr txBox="1"/>
          <p:nvPr/>
        </p:nvSpPr>
        <p:spPr>
          <a:xfrm>
            <a:off x="5304663" y="1027075"/>
            <a:ext cx="3251597" cy="31316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9900" i="1" dirty="0">
                <a:solidFill>
                  <a:srgbClr val="DCE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19900" i="1" dirty="0">
              <a:solidFill>
                <a:srgbClr val="DCE3E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279400"/>
            <a:ext cx="8699500" cy="461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数据库、教育数据库的</a:t>
            </a:r>
            <a:r>
              <a:rPr lang="zh-CN" altLang="en-US" sz="32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本质、科学原理：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0991" y="1138048"/>
            <a:ext cx="8223250" cy="313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本质上也是计算机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语言的代码文件，不过更加面向数据的读增改删，并且基于数据库宿主软件运行，例如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Cosmos 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等等。</a:t>
            </a:r>
            <a:endParaRPr lang="en-US" altLang="zh-CN" sz="22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领域认为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数据语言可以认为是：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的语言→人脑平台的字符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这些通用语言→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这些面向数据的语言。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学术领域认为数据包含“实践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规律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人文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建构”平台层次。</a:t>
            </a:r>
            <a:endParaRPr lang="zh-CN" altLang="en-US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047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60350"/>
            <a:ext cx="8667750" cy="45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1"/>
          <p:cNvSpPr txBox="1"/>
          <p:nvPr/>
        </p:nvSpPr>
        <p:spPr>
          <a:xfrm>
            <a:off x="5106357" y="1027075"/>
            <a:ext cx="3251597" cy="31316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9900" i="1" dirty="0">
                <a:solidFill>
                  <a:srgbClr val="DCE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19900" i="1" dirty="0">
              <a:solidFill>
                <a:srgbClr val="DCE3E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60350"/>
            <a:ext cx="8578850" cy="464820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29835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30689" y="2458929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559549" y="2468561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思辨教育数据库模型</a:t>
            </a:r>
            <a:r>
              <a:rPr lang="en-US" altLang="zh-CN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的优缺点</a:t>
            </a:r>
            <a:endParaRPr lang="zh-CN" altLang="en-US" sz="18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0550" y="1087248"/>
            <a:ext cx="47879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业界认为，计算机数据思维最能隐喻人脑数据思维，但也必须注意到人机隐喻的一些缺陷，例如，计算机是“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非字符语言”的神经系统组成的人性的生物体，所以，“教育数据库模型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”必须物性与人性统一。</a:t>
            </a:r>
            <a:endParaRPr lang="zh-CN" altLang="en-US" sz="2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3963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38813D7-676E-4BB1-8BD1-AA790C109740}"/>
              </a:ext>
            </a:extLst>
          </p:cNvPr>
          <p:cNvSpPr txBox="1"/>
          <p:nvPr/>
        </p:nvSpPr>
        <p:spPr>
          <a:xfrm>
            <a:off x="5745862" y="4551431"/>
            <a:ext cx="3010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（学思结合、知行统一、实事求是）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087248"/>
            <a:ext cx="8223250" cy="326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关于教育数据库模型</a:t>
            </a:r>
            <a:r>
              <a:rPr lang="en-US" altLang="zh-CN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的说法错误的是：</a:t>
            </a:r>
            <a:endParaRPr lang="en-US" altLang="zh-CN" sz="35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．是数据库模型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在教育领域的应用。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．对数据库进行教育的数据库。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．本质上也是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语言的代码文件，不过更加面向数据的读增改删，并且基于数据库宿主软件运行，例如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．学术领域认为数据包含“实践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数据读写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技术信息运用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科学规律探究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人文情感交流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哲学智能</a:t>
            </a:r>
            <a:r>
              <a:rPr lang="zh-CN" altLang="en-US" sz="230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建构”五个平台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369</Words>
  <Application>Microsoft Office PowerPoint</Application>
  <PresentationFormat>On-screen Show (16:9)</PresentationFormat>
  <Paragraphs>28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162</cp:revision>
  <dcterms:created xsi:type="dcterms:W3CDTF">2016-05-20T12:59:00Z</dcterms:created>
  <dcterms:modified xsi:type="dcterms:W3CDTF">2022-12-18T10:55:35Z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